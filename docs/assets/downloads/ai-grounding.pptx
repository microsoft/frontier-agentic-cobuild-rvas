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co/Desktop/repo/frontier-agentic-cobuild-rvas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27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AI Grounding / IQ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31520" y="152704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BFDBF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trusted context for one customer decision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49808" y="2185416"/>
            <a:ext cx="10378440" cy="4014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approved sources and an access boundary for one AI-assisted customer decision. Agree on evaluation checks and operating evidence before releasing the pilot.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co/Desktop/repo/frontier-agentic-cobuild-rvas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27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to use this conversation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49808" y="1783080"/>
            <a:ext cx="10424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smallest useful scenario the team can ground in approved content and operate safely. Keep enterprise platform design outside this session's scope.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module moves through the same three steps: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the choice, owner, open question, and evidence gate as you go. Keep implementation details in the scenario modules.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55798"/>
          <a:ext cx="10698480" cy="3307842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Step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question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Discuss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decision are we improving, and what constraints matter?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Decide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Which path fits the source, access model, and experience?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Prove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must be true before we move on?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6887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A7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1. Confirm the grounding foundation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Agree on the foundation before content enters the pilot.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discussion prompts: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business decision or action needs trusted context?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environment will host the pilot, and who owns it?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region, identity model, logging boundary, and data handling expectations apply?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model and retrieval capabilities must be available in that environment?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source ownership and access before choosing deployment defaults.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1. Choose the foundation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424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 identity, network boundaries, observability, and regional capacity before ingestion.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55798"/>
          <a:ext cx="10698480" cy="3307842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Choice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When it fits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Trade-off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Scenario-provisioned foundation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Fast pilot with clear defaults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still needs operational ownership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Existing Azure landing zone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Enterprise controls are already in place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More dependency on customer platform teams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Portal-led setup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Early orientation or stakeholder demo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Harder to reproduce without a written contract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Bring-your-own resources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already has Foundry, search, and monitoring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Must prove configuration matches the pilot needs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1. Prove the foundation is ready for content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forward when the team can show: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named environment owner and service owner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Keyless-first access plan for people and workload identities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and retrieval capabilities available in the chosen region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 and trace destination named before pilot traffic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 values documented as a reusable contract, without secrets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approved pilot content only after these checks pass.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2. Select the source and permission architecture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source owner before configuring retrieval.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the customer: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system remains the source of truth?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owns content quality, retention, and retirement?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users may see which records, and why?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permission trimming needed at retrieval time, answer time, or both?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happens when content is missing, conflicting, or restricted?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pilot source needs an owner and an access decision.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2. Match IQ and source patterns to the work</a:t>
            </a:r>
            <a:endParaRPr lang="en-US" sz="2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83080"/>
          <a:ext cx="10698480" cy="448056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Pattern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Best fit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Watch for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Copilot Studio + SharePoint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M365 workflow over governed SharePoint content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Limited need for custom orchestration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Foundry IQ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 app or agent needing managed grounding over approved knowledge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Confirm source support, region, and permissions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Azure AI Search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 indexing, scoring, or retrieval control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You own more ingestion and access behavior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Fabric IQ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Analytical facts, measures, and business semantics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Keep metrics aligned to governed data products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Work IQ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Microsoft 365 collaboration and work context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Respect user-scoped permissions and privacy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Web IQ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Curated public information with attribution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Treat as external context, not the system of record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2. Approve the source and access decision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source decision is ready when it records: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source or sources, with business owner and steward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Source-of-truth statement and freshness expectation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Permission model, including restricted and access-denied cases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Citation, provenance, and audit expectations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Boundary between governed internal knowledge, live work data, analytics, and public information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 the source and access decisions before indexing starts.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3. Ingest and index approved content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 must preserve source metadata so reviewers can check an answer.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approved content is small enough for the pilot but representative enough to test?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metadata must survive ingestion: source, version, owner, date, sensitivity, access group?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will stale, duplicate, superseded, and conflicting documents be handled?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content should stay remote rather than copied?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that retrieval returns the relevant passage with its source metadata.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3. Choose managed, custom, or remote knowledge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424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not copy content just to make retrieval look simpler.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55798"/>
          <a:ext cx="10698480" cy="3307842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Choice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 when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Trade-off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Foundry IQ managed ingestion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platform-supported source pattern fits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Less custom control, more managed behavior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Azure AI Search indexer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Source can be pulled on a schedule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Indexer limits shape metadata and enrichment options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Push indexing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 chunking, enrichment, or source pipeline is required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Team owns more code and operational failure modes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Content preprocessing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Documents need extraction, layout, or structure first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Adds another quality gate before retrieval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Remote knowledge source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Content should remain in place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Availability and permissions depend on the remote system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3. Prove approved documents are discoverable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moving on, reviewers should see: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Representative pilot corpus indexed or connected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 source metadata visible in retrieval results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Permission-sensitive examples behaving as designed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Golden questions returning plausible source passages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Known stale or conflicting content labeled with the agreed behavior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retrieved passages before judging generated answers.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4. Compare chat and embedding choices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choice matters. Judge it against the grounding task.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 what the pilot needs from: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chat or query-planning model: reasoning, instruction following, latency, cost, region, and safety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embedding model: retrieval quality for the customer's vocabulary, abbreviations, and document style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Capacity: expected users, peaks, and whether throughput should be reserved or consumption-based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models using results from the customer's golden dataset.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4. Compare quality, latency, cost, and capacity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424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control and citations are baseline obligations, not trade-offs.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55798"/>
          <a:ext cx="10698480" cy="3307842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Decision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trade-off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Larger chat model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May improve reasoning, but can increase latency and cost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Smaller chat model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May be faster and cheaper, but needs proof on hard cases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Embedding candidate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Must improve retrieval for this corpus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Regional deployment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Keeps data and latency aligned, but may constrain availability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Pay-as-you-go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Flexible for pilots, with variable throughput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Provisioned throughput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Predictable capacity, with stronger planning commitment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4. Prove the models support grounded answers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model choice is ready when the team has compared: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 hit quality on golden questions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usefulness with citations and abstention behavior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 and cost under expected pilot usage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 and quota feasibility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Failure behavior on ambiguous, stale, or restricted questions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 the selected models meet the pilot's quality and operating constraints.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5. Build retrieval before adding an agent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grounded experience should prove retrieval before it adds orchestration.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discussion prompts: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the system find the right source passage for the user's question?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the answer cite the source and avoid unsupported claims?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should happen when evidence is weak, missing, stale, or access denied?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user action is safe after the answer is shown?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retrieval, citations, abstention, and recency before adding an agent.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5. Choose answer synthesis or extractive retrieval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424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 the required behaviors: cite available evidence and abstain when it is missing. Do not reveal whether missing evidence is absent or restricted.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55798"/>
          <a:ext cx="10698480" cy="3307842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Choice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When it fits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Trade-off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Knowledge-base answer synthesis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Managed grounding can produce useful cited answers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Less direct control over answer construction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Extractive retrieval plus custom prompt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Team needs stronger control over tone and policy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More prompt and evaluation ownership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Direct hybrid query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App needs transparent retrieval and custom ranking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More engineering effort before user value</a:t>
                      </a:r>
                      <a:endParaRPr lang="en-US" sz="15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5. Prove retrieval meets the acceptance criteria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grounded app is ready for the next step when: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Golden questions return relevant sources with provenance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Answers quote or summarize only supported evidence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Access-denied cases do not leak restricted content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Stale-source cases trigger the agreed warning or refusal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Reviewers can explain why an answer was accepted or rejected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an agent only when orchestration solves a need that retrieval alone cannot meet.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6. Add agent and live-data routing only when justified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agents and tools when the experience needs planning, source routing, or action boundaries. They cannot fix unclear knowledge architecture.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requests should use policy knowledge, analytics, work context, public information, or live operational data?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source is authoritative for each request type?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live-data calls are safe, necessary, and auditable?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must the agent refuse or route away from?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live data for current state and approved knowledge for policy. Keep their sources explicit.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6. Route sources with clear rules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424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simplest route that preserves source authority and user trust.</a:t>
            </a:r>
            <a:endParaRPr lang="en-US" sz="15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55798"/>
          <a:ext cx="10698480" cy="3307842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Choice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 when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Trade-off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Foundry agent with knowledge tool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experience needs orchestration over approved knowledge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Requires explicit instructions and routing tests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Multi-source knowledge routing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Several governed knowledge sets answer different intents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Source boundaries must be visible and testable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Live-data tool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real-time status, inventory, case, or transaction check is required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Tool reliability, permissions, and audit enter the pilot scope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Multi-agent workflow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Distinct roles need separate responsibilities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More moving parts and harder evaluation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6. Prove routing chooses the expected source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 is ready when the team can show: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questions for each source boundary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route chosen for policy, analytics, work-context, web, and live-data cases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Refusal or escalation for unsupported requests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live-data call without a justified real-time need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Trace or log evidence that shows which source answered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that the agent chooses the expected source for each request type.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7. Evaluate and trace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whether the assistant is ready for real people.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golden questions represent normal, edge, stale, restricted, and adversarial cases?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reviews correctness, citations, access behavior, and business usefulness?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traces are needed to investigate a failure without exposing unnecessary sensitive content?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signs off that the evidence is enough?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evaluation failures to block release.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7. Choose the release evidence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424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Generic quality metrics miss correct refusal, current citation, and silence about restricted content.</a:t>
            </a:r>
            <a:endParaRPr lang="en-US" sz="1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55798"/>
          <a:ext cx="10698480" cy="3307842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Decision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trade-off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Strict evaluation gate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Slower release, stronger trust for high-impact decisions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Phased pilot gate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Faster learning, with narrower scope and clear limits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Trace detail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Better troubleshooting, balanced against privacy and retention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Continuous evaluation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Better drift detection, with ongoing reviewer commitment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Manual review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Higher judgment quality, but limited scale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Automated checks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Better repeatability, but must be calibrated against human review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7. Prove the assistant meets the release criteria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to produce: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Golden-set results for correctness, citation, abstention, and access behavior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Adversarial cases, including prompt injection hidden in retrieved content, with the mitigation re-tested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request traced end to end, so a wrong answer can be explained rather than guessed at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permission probe re-run against the agent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these results to approve release or assign the changes needed first.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8. Deploy to the user channel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Decide where people use the assistant and who runs it.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does this audience already work: Teams, an existing app, or somewhere new?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is in the pilot, and how is access granted and revoked?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triages a wrong answer, and how does a user report one?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ends the pilot?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the answer path you tested, with or without an agent. Prove it through the intended user's authenticated channel.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8. Choose the user channel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424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 rules stay fixed: no keys; preserve the permission boundary; carry tracing into the runtime; pin the version; roll back by repointing.</a:t>
            </a:r>
            <a:endParaRPr lang="en-US" sz="15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55798"/>
          <a:ext cx="10698480" cy="3307842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 channel or runtime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Where users meet it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When it fits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Your own app or API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 existing front end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Pilots with one consumer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Publish to Teams and M365 Copilot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Teams, Copilot app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Users already work there; no new app to adopt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Copilot Studio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Teams, Copilot app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Only if the source decision was SharePoint and M365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Foundry hosted agent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dedicated endpoint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Other teams consume it, or you need runtime control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 web UI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purpose-built app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11827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Demo, custom auth, or a required response contract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3152" marR="73152" marT="73152" marB="73152">
                    <a:lnL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DE6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7E3"/>
          </a:solidFill>
          <a:ln w="12700">
            <a:solidFill>
              <a:srgbClr val="1A77E3">
                <a:alpha val="0"/>
              </a:srgbClr>
            </a:solidFill>
            <a:prstDash val="solid"/>
          </a:ln>
        </p:spPr>
      </p:sp>
      <p:pic>
        <p:nvPicPr>
          <p:cNvPr id="3" name="Image 0" descr="/Users/marco/Desktop/repo/frontier-agentic-cobuild-rvas/docs/assets/img/logo-mark-slide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2647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/ 27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32254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Module 8. Prove the application is ready for users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release contract records: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user channel, why it was chosen, and who can use it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pinned agent version and a rollback measured in minutes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permission probe re-run through the user channel as well as the agent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named triage owner, a review cadence, and how users report a bad answer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pilot exit criterion with a date, and a signed release decision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 whether to ship, ship with conditions, or stop.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322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rco/Desktop/repo/frontier-agentic-cobuild-rvas/docs/assets/img/logo-mark-white-slide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tretch>
            <a:fillRect/>
          </a:stretch>
        </p:blipFill>
        <p:spPr>
          <a:xfrm>
            <a:off x="438912" y="228600"/>
            <a:ext cx="384048" cy="3840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56032"/>
            <a:ext cx="8869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70" kern="0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Grounding / IQ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10698480" y="256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DD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/ 27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13232" y="868680"/>
            <a:ext cx="10561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Turn the decisions into a pilot plan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49808" y="1783080"/>
            <a:ext cx="10378440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the people who can approve sources, permissions, evaluation, and operations.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the next working session, record: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bounded customer decision and non-goals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source of truth, source owner, and access boundary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selected IQ or source pattern and any live-data boundary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golden dataset, including restricted and stale-source cases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evidence gate for retrieval, routing, evaluation, tracing, and release</a:t>
            </a:r>
            <a:endParaRPr lang="en-US" sz="1700" dirty="0"/>
          </a:p>
          <a:p>
            <a:pPr marL="215900" indent="-215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owner and due date for every unresolved decision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this decision record to plan implementation through the modules.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Outfi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Grounding / IQ. Customer discussion deck</dc:title>
  <dc:subject>Customer decision discussion deck</dc:subject>
  <dc:creator>Real Value Acceleration Program</dc:creator>
  <cp:lastModifiedBy>Real Value Acceleration Program</cp:lastModifiedBy>
  <cp:revision>1</cp:revision>
  <dcterms:created xsi:type="dcterms:W3CDTF">1980-01-01T00:00:00.000Z</dcterms:created>
  <dcterms:modified xsi:type="dcterms:W3CDTF">1980-01-01T00:00:00.000Z</dcterms:modified>
</cp:coreProperties>
</file>