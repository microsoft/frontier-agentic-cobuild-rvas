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AI Grounding / IQ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31520" y="152704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BFDBF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trusted context for one customer decision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49808" y="2185416"/>
            <a:ext cx="10378440" cy="4014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this deck to discuss sources, access, retrieval evidence, and proof before a pilot ships.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Workshop outcome: choose a governed context pattern, access boundary, evaluation plan, and operating evidence for one bounded AI-assisted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to use this conversation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smallest useful scenario that can be grounded, evaluated, and operated safely. This is not an enterprise platform design session.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module moves through the same three steps: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the choice, owner, open question, and evidence gate as you go. Keep implementation details in the scenario modules.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question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Discuss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decision are we improving, and what constraints matter?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Decide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Which path fits the source, access model, and experience?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must be true before we move on?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688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A7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context: provision the grounding foundation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Agree on the foundation before content enters the pilot.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discussion prompts: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business decision or action needs trusted context?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environment will host the pilot, and who owns it?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region, identity model, logging boundary, and data handling expectations apply?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model and retrieval capabilities must be available in that environment?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Principle: protect the source of truth before optimizing developer convenience.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choices: shared foundation or existing landing zone?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 identity, network boundaries, observability, and regional capacity before ingestion.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it fits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Scenario-provisioned foundation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Fast pilot with clear defaults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still needs operational ownership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Existing Azure landing zone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 controls are already in place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dependency on customer platform teams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Portal-led setup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Early orientation or stakeholder demo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Harder to reproduce without a written contract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Bring-your-own resources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already has Foundry, search, and monitoring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Must prove configuration matches the pilot needs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1 — what must be true: foundation is ready for content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forward when the team can show: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environment owner and service owner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Keyless-first access plan for people and workload identities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and retrieval capabilities available in the chosen region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 and trace destination named before pilot traffic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Environment values documented as a reusable contract, without secrets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it is safe to connect approved pilot content.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context: select the source and permission architecture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grounding with source ownership, not a search box.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the customer: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system remains the source of truth?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owns content quality, retention, and retirement?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users may see which records, and why?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permission trimming needed at retrieval time, answer time, or both?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happens when content is missing, conflicting, or restricted?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Non-negotiable: every pilot source needs an owner and an access decision.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choices: match IQ and source patterns to the work</a:t>
            </a:r>
            <a:endParaRPr lang="en-US" sz="2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83080"/>
          <a:ext cx="10698480" cy="448056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Pattern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fit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Watch for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Copilot Studio + SharePoint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M365 workflow over governed SharePoint content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Limited need for custom orchestration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app or agent needing managed grounding over approved knowledge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Confirm source support, region, and permissions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Azure AI 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indexing, scoring, or retrieval control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 own more ingestion and access behavior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Fabric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Analytical facts, measures, and business semantics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Keep metrics aligned to governed data products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Work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Microsoft 365 collaboration and work context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Respect user-scoped permissions and privacy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Web IQ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Curated public information with attribution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Treat as external context, not the system of record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2 — what must be true: signed source and access decision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 decision is ready when it records: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source or sources, with business owner and steward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Source-of-truth statement and freshness expectation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 model, including restricted and access-denied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Citation, provenance, and audit expectations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Boundary between governed internal knowledge, live work data, analytics, and public information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pilot has a defensible source architecture before indexing starts.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context: ingest and index approved content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Ingestion does more than move files. It keeps the evidence behind an answer.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approved content is small enough for the pilot but representative enough to test?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metadata must survive ingestion: source, version, owner, date, sensitivity, access group?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will stale, duplicate, superseded, and conflicting documents be handled?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content should stay remote rather than copied?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Goal: retrieve the right passage and provenance for the user.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choices: managed, custom, or remote knowledge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copy content just to make retrieval look simpler.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when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IQ managed ingestion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platform-supported source pattern fits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Less custom control, more managed behavior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Azure AI Search indexer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can be pulled on a schedule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Indexer limits shape metadata and enrichment options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Push indexing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chunking, enrichment, or source pipeline is required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 owns more code and operational failure modes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Content preprocessing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Documents need extraction, layout, or structure first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Adds another quality gate before retrieval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knowledge source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Content should remain in place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Availability and permissions depend on the remote system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3 — what must be true: approved documents are discoverable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moving on, reviewers should see: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pilot corpus indexed or connected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source metadata visible in retrieval results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Permission-sensitive examples behaving as designed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questions returning plausible source passages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Known stale or conflicting content labeled with the agreed behavior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knowledge layer produces trustworthy retrieval evidence before you judge answers.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context: compare chat and embedding choices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choice matters. Judge it against the grounding task.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 what the pilot needs from: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chat or query-planning model: reasoning, instruction following, latency, cost, region, and safety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embedding model: retrieval quality for the customer’s vocabulary, abbreviations, and document style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Capacity: expected users, peaks, and whether throughput should be reserved or consumption-based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Principle: pick models using golden-dataset evidence, not reputation.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choices: quality, latency, cost, and capacity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control and citations are baseline obligations, not trade-offs.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Decision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Larger chat model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 improve reasoning, but can increase latency and cost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Smaller chat model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 be faster and cheaper, but needs proof on hard cases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Embedding candidate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Must improve retrieval for this corpus, not just benchmark well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Regional deployment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Keeps data and latency aligned, but may constrain availability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Pay-as-you-go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Flexible for pilots, with variable throughput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Provisioned throughput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Predictable capacity, with stronger planning commitment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4 — what must be true: model decision supports grounded answers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model choice is ready when the team has compared: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Retrieval hit quality on golden questions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 usefulness with citations and abstention behavior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Latency and cost under expected pilot usage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Region and quota feasibility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Failure behavior on ambiguous, stale, or restricted questions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selected model and embedding path meet the pilot's quality and operating constraints.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context: build retrieval before adding an agent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grounded experience should prove retrieval before it adds orchestration.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discussion prompts: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 system find the right source passage for the user’s question?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answer cite the source and avoid unsupported claims?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happen when evidence is weak, missing, stale, or access denied?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user action is safe after the answer is shown?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stance: retrieval, citations, abstention, and recency come before agent behavior.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choices: answer synthesis or extractive retrieval?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the required behaviors: cite available evidence and abstain when it is missing. Do not reveal whether missing evidence is absent or restricted.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it fits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Knowledge-base answer synthesis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Managed grounding can produce useful cited answers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Less direct control over answer construction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Extractive retrieval plus custom prompt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 needs stronger control over tone and policy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prompt and evaluation ownership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Direct hybrid query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 needs transparent retrieval and custom ranking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engineering effort before user value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5 — what must be true: retrieval is trustworthy enough to use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grounded app is ready for the next step when: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questions return relevant sources with provenance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 quote or summarize only supported evidence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Access-denied cases do not leak restricted content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Stale-source cases trigger the agreed warning or refusal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can explain why an answer was accepted or rejected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add an agent only when orchestration solves a customer need that retrieval alone cannot.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context: add agent and live-data routing only when justified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agents and tools when the experience needs planning, source routing, or action boundaries. They cannot fix unclear knowledge architecture.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requests should use policy knowledge, analytics, work context, public information, or live operational data?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source is authoritative for each request type?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live-data calls are safe, necessary, and auditable?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must the agent refuse or route away from?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Boundary: live data complements the source of truth. It must not silently replace it.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choices: route sources with clear rules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simplest route that preserves source authority and user trust.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Choice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when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agent with knowledge tool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experience needs orchestration over approved knowledge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Requires explicit instructions and routing tests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Multi-source knowledge routing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Several governed knowledge sets answer different intents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boundaries must be visible and testable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Live-data tool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real-time status, inventory, case, or transaction check is required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Tool reliability, permissions, and audit enter the pilot scope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Multi-agent workflow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Distinct roles need separate responsibilities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More moving parts and harder evaluation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6 — what must be true: routing is explainable and controlled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Routing is ready when the team can show: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questions for each source boundary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 route chosen for policy, analytics, work-context, web, and live-data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Refusal or escalation for unsupported requests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live-data call without a justified real-time need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or log evidence that shows which source answered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evaluate the agent as a controlled router.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context: evaluate and trace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whether the assistant is ready for real people.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golden questions represent normal, edge, stale, restricted, and adversarial cases?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reviews correctness, citations, access behavior, and business usefulness?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traces are needed to investigate a failure without exposing unnecessary sensitive content?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signs off that the evidence is enough?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mindset: an evaluation you only read is a report. One that blocks release is a control.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choices: how much evidence is enough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Generic quality metrics miss correct refusal, current citation, and silence about restricted content.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5349240"/>
                <a:gridCol w="53492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Decision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trade-off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Strict evaluation gate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Slower release, stronger trust for high-impact decisions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Phased pilot gate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Faster learning, with narrower scope and clear limits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Trace detail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Better troubleshooting, balanced against privacy and retention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Continuous evaluation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Better drift detection, with ongoing reviewer commitment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review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Higher judgment quality, but limited scale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Automated checks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Better repeatability, but must be calibrated against human review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7 — what must be true: the assistant is good enough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to produce: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Golden-set results for correctness, citation, abstention, and access behavior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cases, including prompt injection hidden in retrieved content, with the mitigation re-tested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request traced end to end, so a wrong answer can be explained rather than guessed at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permission probe re-run against the agent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the evidence supports release to real people, or identifies what must change first.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8 context: deploy and surface it to users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where people use the assistant and who runs it.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does this audience already work: Teams, an existing app, or somewhere new?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is in the pilot, and how is access granted and revoked?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triages a wrong answer, and how does a user report one?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ends the pilot?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check: connect the answer path you tested, with or without an agent. Prove it through the intended user's authenticated channel.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8 choices: pick the doorway, keep the rules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4241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rules stay fixed: no keys; preserve the permission boundary; carry tracing into the runtime; pin the version; roll back by repointing.</a:t>
            </a:r>
            <a:endParaRPr lang="en-US" sz="1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955798"/>
          <a:ext cx="10698480" cy="3307842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Surface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Where users meet it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When it wins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own app or API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existing front end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Pilots with one consumer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Publish to Teams and M365 Copilot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Teams, Copilot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Users already work there; no new app to adopt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Copilot Studio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Teams, Copilot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if the source decision was SharePoint and M365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Foundry hosted agent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dedicated endpoint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Other teams consume it, or you need runtime control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web UI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purpose-built app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82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Demo, custom auth, or a required response contract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73152" marR="73152" marT="73152" marB="73152">
                    <a:lnL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DE6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77E3"/>
          </a:solidFill>
          <a:ln w="12700">
            <a:solidFill>
              <a:srgbClr val="1A77E3">
                <a:alpha val="0"/>
              </a:srgbClr>
            </a:solidFill>
            <a:prstDash val="solid"/>
          </a:ln>
        </p:spPr>
      </p:sp>
      <p:pic>
        <p:nvPicPr>
          <p:cNvPr id="3" name="Image 0" descr="/home/marco/fy27-hackathons/frontier-ai-starter-kit-rvas/docs/assets/img/logo-mark-slide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2647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/ 27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032254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Module 8 — what must be true: safe to hand to real users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release contract records: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surface, why it was chosen, and who can use it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pinned agent version and a rollback measured in minutes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permission probe re-run against the surface itself, not just the agent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named triage owner, a review cadence, and how users report a bad answer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pilot exit criterion with a date, and a signed release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118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Decision: ship, ship with conditions, or stop. A written stop decision has value.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322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arco/fy27-hackathons/frontier-ai-starter-kit-rvas/docs/assets/img/logo-mark-white-slide.png">    </p:cNvPr>
          <p:cNvPicPr>
            <a:picLocks noChangeAspect="1"/>
          </p:cNvPicPr>
          <p:nvPr/>
        </p:nvPicPr>
        <p:blipFill>
          <a:blip r:embed="rId1">
            <a:alphaModFix amt="95000"/>
          </a:blip>
          <a:stretch>
            <a:fillRect/>
          </a:stretch>
        </p:blipFill>
        <p:spPr>
          <a:xfrm>
            <a:off x="438912" y="228600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56032"/>
            <a:ext cx="8869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70" kern="0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Grounding / IQ</a:t>
            </a:r>
            <a:endParaRPr lang="en-US" sz="850" dirty="0"/>
          </a:p>
        </p:txBody>
      </p:sp>
      <p:sp>
        <p:nvSpPr>
          <p:cNvPr id="4" name="Text 1"/>
          <p:cNvSpPr/>
          <p:nvPr/>
        </p:nvSpPr>
        <p:spPr>
          <a:xfrm>
            <a:off x="10698480" y="256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C8DD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/ 27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713232" y="868680"/>
            <a:ext cx="10561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Close the discussion: turn decisions into the pilot plan</a:t>
            </a:r>
            <a:endParaRPr lang="en-US" sz="2900" dirty="0"/>
          </a:p>
        </p:txBody>
      </p:sp>
      <p:sp>
        <p:nvSpPr>
          <p:cNvPr id="6" name="Text 3"/>
          <p:cNvSpPr/>
          <p:nvPr/>
        </p:nvSpPr>
        <p:spPr>
          <a:xfrm>
            <a:off x="749808" y="1783080"/>
            <a:ext cx="10378440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Bring the people who can approve sources, permissions, evaluation, and operations.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the next working session, record: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bounded customer decision and non-goals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source of truth, source owner, and access boundary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selected IQ or source pattern and any live-data boundary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golden dataset, including restricted and stale-source cases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evidence gate for retrieval, routing, evaluation, tracing, and release</a:t>
            </a:r>
            <a:endParaRPr lang="en-US" sz="1700" dirty="0"/>
          </a:p>
          <a:p>
            <a:pPr marL="215900" indent="-215900"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owner and due date for every unresolved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outcome: a pilot decision record the delivery team can implement through the modules.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Grounding / IQ — Customer Discussion Deck</dc:title>
  <dc:subject>Customer decision discussion deck</dc:subject>
  <dc:creator>Real Value Acceleration Program</dc:creator>
  <cp:lastModifiedBy>Real Value Acceleration Program</cp:lastModifiedBy>
  <cp:revision>1</cp:revision>
  <dcterms:created xsi:type="dcterms:W3CDTF">1980-01-01T00:00:00.000Z</dcterms:created>
  <dcterms:modified xsi:type="dcterms:W3CDTF">1980-01-01T00:00:00.000Z</dcterms:modified>
</cp:coreProperties>
</file>