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322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marco/fy27-hackathons/frontier-ai-starter-kit-rvas/docs/assets/img/logo-mark-white-slide.png">    </p:cNvPr>
          <p:cNvPicPr>
            <a:picLocks noChangeAspect="1"/>
          </p:cNvPicPr>
          <p:nvPr/>
        </p:nvPicPr>
        <p:blipFill>
          <a:blip r:embed="rId1">
            <a:alphaModFix amt="95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C8DD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Avatar Scenario</a:t>
            </a:r>
            <a:endParaRPr lang="en-US" sz="850" dirty="0"/>
          </a:p>
        </p:txBody>
      </p:sp>
      <p:sp>
        <p:nvSpPr>
          <p:cNvPr id="4" name="Text 1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C8DD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/ 24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713232" y="868680"/>
            <a:ext cx="10561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Avatar Scenario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731520" y="152704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BFDBF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An application with accessible output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49808" y="2185416"/>
            <a:ext cx="1037844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 an interactive assistant or a repeatable content-production application in the customer's tenant. Start with the application goal, then choose whether an avatar helps.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Workshop outcome: choose the application goal, media path, approval boundary, accessible fallback, and evidence needed for a controlled pilot.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322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marco/fy27-hackathons/frontier-ai-starter-kit-rvas/docs/assets/img/logo-mark-white-slide.png">    </p:cNvPr>
          <p:cNvPicPr>
            <a:picLocks noChangeAspect="1"/>
          </p:cNvPicPr>
          <p:nvPr/>
        </p:nvPicPr>
        <p:blipFill>
          <a:blip r:embed="rId1">
            <a:alphaModFix amt="95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C8DD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Avatar Scenario</a:t>
            </a:r>
            <a:endParaRPr lang="en-US" sz="850" dirty="0"/>
          </a:p>
        </p:txBody>
      </p:sp>
      <p:sp>
        <p:nvSpPr>
          <p:cNvPr id="4" name="Text 1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C8DD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/ 24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How to use this conversation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749808" y="1783080"/>
            <a:ext cx="1042416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module moves through the same three steps: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 the choice, owner, open question, and evidence gate as you go. Keep build detail in the scenario modules.</a:t>
            </a:r>
            <a:endParaRPr lang="en-US" sz="16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955798"/>
          <a:ext cx="10698480" cy="3307842"/>
        </p:xfrm>
        <a:graphic>
          <a:graphicData uri="http://schemas.openxmlformats.org/drawingml/2006/table">
            <a:tbl>
              <a:tblPr/>
              <a:tblGrid>
                <a:gridCol w="5349240"/>
                <a:gridCol w="53492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Step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A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Customer question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A7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Discuss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A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Which user or content outcome are we trying to improve?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A7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Decide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A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Which experience and control path fits the risk?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A7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Prove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A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What must the customer see before the team moves on?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A7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Avatar Scenario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/ 24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1 — Context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31520" y="152704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77E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the application goal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749808" y="2185416"/>
            <a:ext cx="1037844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Interactive assistant: help users ask questions or complete a task using approved knowledge.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Content-production application: turn approved source revisions into media through a repeatable generation and publishing workflow.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Neither is the default. Agree on the first user task or workflow trigger and the evidence that proves delivery. Producing one video is an integration check.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Avatar Scenario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/ 24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1 — Choices and trade-offs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31520" y="152704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77E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Match capability to risk and value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749808" y="2185416"/>
            <a:ext cx="1037844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Choose the media format after the application goal: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500" dirty="0"/>
          </a:p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Batch avatar video: a rendering step in a content-production application; requires job handling and controlled publication.</a:t>
            </a:r>
            <a:endParaRPr lang="en-US" sz="1500" dirty="0"/>
          </a:p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Real-time avatar: more interactive; higher latency, consent, moderation, and support expectations.</a:t>
            </a:r>
            <a:endParaRPr lang="en-US" sz="1500" dirty="0"/>
          </a:p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Voice or audio-first: lower production weight; may meet accessibility and channel needs better.</a:t>
            </a:r>
            <a:endParaRPr lang="en-US" sz="1500" dirty="0"/>
          </a:p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translation: maintain language versions in the content workflow; review translated meaning before publication.</a:t>
            </a:r>
            <a:endParaRPr lang="en-US" sz="1500" dirty="0"/>
          </a:p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avatar: still valid when disclosure, accessibility, cost, or trust argues for a simpler format.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decision must cover consent, likeness and voice rights, supported regions, identity model, pricing, accessibility coverage, content-safety controls, and an exit path.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Avatar Scenario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 / 24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1 — What must be true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31520" y="152704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77E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 capability decision the sponsor can defend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749808" y="2185416"/>
            <a:ext cx="1037844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By the end of this module, the team should have a short decision record that states: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selected experience capability and why it fits the pilot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application goal, user task or workflow trigger, and acceptance checks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alternatives considered and why they were not selected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consent, disclosure, accessibility, privacy, residency, and retention assumptions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operating owner, support path, and conditions that would stop or simplify the experience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Discussion: If the avatar option became unavailable tomorrow, could the onboarding outcome still be delivered safely?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Avatar Scenario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 / 24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2 — Context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31520" y="152704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77E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Provision the Foundry and Speech foundation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749808" y="2185416"/>
            <a:ext cx="1037844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scenario needs a foundation so each prototype does not become a one-off integration.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foundation should support: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keyless access patterns where possible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model and grounding path only when assisted authoring or live answers are needed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Speech or media services for the selected experience capability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access to the approved content; add indexed retrieval only when the selected path needs it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telemetry that helps owners understand behavior without over-collecting employee data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becomes the shared base for policy, learning, and multilingual communication scenarios.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Avatar Scenario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 / 24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2 — Choices and trade-offs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31520" y="152704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77E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Reusable platform, not hard-coded demo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749808" y="2185416"/>
            <a:ext cx="1037844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 design choices decide whether the pilot can become a repeatable pattern: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500" dirty="0"/>
          </a:p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Identity: managed identity and role-based access reduce secret handling, but require clear ownership.</a:t>
            </a:r>
            <a:endParaRPr lang="en-US" sz="1500" dirty="0"/>
          </a:p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Region and capacity: availability, latency, data residency, and cost may point to different deployment choices.</a:t>
            </a:r>
            <a:endParaRPr lang="en-US" sz="1500" dirty="0"/>
          </a:p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 path: a general model may be enough for drafting; stricter use cases may need more evaluation and guardrails.</a:t>
            </a:r>
            <a:endParaRPr lang="en-US" sz="1500" dirty="0"/>
          </a:p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Observability: useful traces help diagnose issues, but message content capture must be intentional and governed.</a:t>
            </a:r>
            <a:endParaRPr lang="en-US" sz="1500" dirty="0"/>
          </a:p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Seams: keep rendering, assistant, content, and approval components replaceable.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 a foundation customers can adapt. Avoid a locked architecture.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Avatar Scenario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 / 24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2 — What must be true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31520" y="152704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77E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 foundation ready for governed work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749808" y="2185416"/>
            <a:ext cx="1037844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test is whether the foundation can run accountably: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required resources are provisioned with the intended identity model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environment settings are documented without exposing secrets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content, assistant, rendering, approval, and telemetry components can connect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owners know where logs, traces, and configuration evidence will live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runtime identity can reach the selected services from the customer's approved network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Discussion: Can the team explain who can access what, why, and how that access is reviewed?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Avatar Scenario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 / 24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3 — Context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31520" y="152704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77E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Build the governed content pipeline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749808" y="2185416"/>
            <a:ext cx="1037844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avatar cannot become an unreviewed policy source. It must express approved content.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 every claim used in the experience, the pipeline needs: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source, version, owner, and review cycle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audience and locale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sensitivity and escalation route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expiry or withdrawal conditions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traceability from source to script segment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makes onboarding content a controlled input for the assistant, storyboard, approvals, and published experience.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Avatar Scenario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/ 24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3 — Choices and trade-offs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31520" y="152704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77E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Govern claims without slowing every edit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749808" y="2185416"/>
            <a:ext cx="1037844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Teams need controls that protect employees without making simple updates impossible.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Discussion choices: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counts as an approved source: policy page, HR guide, learning page, legal FAQ, or SME note?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changes need full reapproval versus owner review?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granular should claims be for traceability?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are locale-specific policy differences handled?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can retire, pause, or replace content when guidance changes?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is a speed-versus-confidence choice. Start with a small, well-owned pilot corpus.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Avatar Scenario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/ 24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3 — What must be true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31520" y="152704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77E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Versioned claims with named ownership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749808" y="2185416"/>
            <a:ext cx="1037844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 a traceable claim set that downstream steps can use: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claim has an authoritative source and owner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versions and expiry rules are visible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sensitive topics are marked with review and escalation requirements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unapproved or expired material is excluded from drafting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source-to-script relationship can be shown to reviewers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exact wording is approved before module 5 creates a private preview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Discussion: If an employee challenges a statement in the avatar experience, can the owner show where it came from and whether it was current?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Avatar Scenario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/ 24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4 — Context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31520" y="152704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77E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Build the grounded assistant behind the experience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749808" y="2185416"/>
            <a:ext cx="1037844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Skip model-based drafting when the wording is already approved. When assisted authoring or live answers are needed, connect only the permitted sources.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Expected behavior: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cite approved sources when making claims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refuse or escalate when content is missing or expired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avoid policy interpretation beyond the approved corpus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 human review rather than replacing it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preserve a clear path from source to script to final experience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Reviewers must be able to see why the assistant said what it said.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Avatar Scenario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/ 24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4 — Choices and trade-offs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31520" y="152704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77E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Helpful drafting versus unsafe authority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749808" y="2185416"/>
            <a:ext cx="1037844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assistant can speed preparation. It cannot become the decision-maker.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 choices include: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strict retrieval should be before drafting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whether the assistant answers employee questions directly or routes to human support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it handles missing, conflicting, or stale content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tone and reading level it uses for onboarding audiences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citations appear for reviewers versus employees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Make the assistant reliable at grounded drafting, refusal, and escalation before you broaden interaction.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Avatar Scenario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/ 24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4 — What must be true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31520" y="152704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77E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Cited drafts and visible refusals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749808" y="2185416"/>
            <a:ext cx="1037844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evidence should show accountable content work: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draft segments include source links or claim references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unsupported requests are refused or routed for human help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reviewer prompts produce evidence, not unsupported confidence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sensitive policy questions trigger the expected escalation path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logs or traces help diagnose grounding failures without overexposing employee data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Discussion: Which answer would worry us more: “I don’t know” or a confident answer without a source?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Avatar Scenario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/ 24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5 — Context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31520" y="152704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77E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Connect generation to the application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749808" y="2185416"/>
            <a:ext cx="1037844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Content production needs a deployed workflow with persisted job state and failure recovery. An interactive assistant needs a client connected to the bounded answer path.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question is whether employees can understand the message clearly and honestly: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synthetic-media disclosure is visible and plain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captions and transcript are available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keyboard, mobile, and low-bandwidth access are considered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languages and locale differences are handled intentionally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non-avatar alternative exists where needed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Accessibility and disclosure belong in the product, not post-production cleanup.</a:t>
            </a:r>
            <a:endParaRPr lang="en-US" sz="1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Avatar Scenario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/ 24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5 — Choices and trade-offs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31520" y="152704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77E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Design for trust, not novelty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749808" y="2185416"/>
            <a:ext cx="1037844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Experience choices shape employee trust: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Avatar style: realistic avatars can feel polished, but may raise impersonation concerns.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Voice: branded voice can improve consistency, but requires consent and rights clarity.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Disclosure placement: early and visible disclosure is safer than hidden footnotes.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Fallback: transcript, audio, or human-led alternatives reduce exclusion.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Localization: translation must preserve meaning, policy nuance, and accessibility.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Channel: Teams, learning platform, intranet, or email each changes measurement and support.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experience should never imply that a real person said something they did not approve.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Avatar Scenario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 / 24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5 — What must be true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31520" y="152704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77E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Approved revision rendered accessibly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749808" y="2185416"/>
            <a:ext cx="1037844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 an experience package that can be reviewed before release: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generated only from an approved script revision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includes disclosure, captions, transcript, and fallback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preserves source and approval references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supports the selected audience, locale, and channel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identifies who can pause or withdraw the published version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 content production, repeat a trigger and recover an interrupted job without duplicate output. For an assistant, test supported and refused questions through the actual client.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Discussion: Could an employee understand that the media is synthetic, get the same message without the avatar, and find human help?</a:t>
            </a:r>
            <a:endParaRPr lang="en-US" sz="1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Avatar Scenario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 / 24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6 — Context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31520" y="152704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77E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Gate publication behind human approval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749808" y="2185416"/>
            <a:ext cx="1037844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Human approval turns generated content into accountable communication.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anything is published, named reviewers should confirm: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factual accuracy and source alignment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legal, compliance, privacy, and labor considerations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brand, tone, and employee experience fit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accessibility and inclusive design expectations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publication scope, support route, and withdrawal authority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 content production, module 3 approved the wording; this module approves the media and release. For an assistant, approve the application version and content/refusal policy. Enforce the decision in the customer's release system.</a:t>
            </a:r>
            <a:endParaRPr lang="en-US" sz="1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Avatar Scenario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 / 24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6 — Choices and trade-offs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31520" y="152704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77E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Keep approval strong and workable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749808" y="2185416"/>
            <a:ext cx="1037844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Approval should protect the organization without turning every typo into a governance crisis.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Decisions to make: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roles are mandatory for each content type?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changes reset approval: source change, translation, visual edit, voice change, or channel move?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can emergency-pause an experience?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are reviewer disagreements resolved?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evidence must be retained, and for how long?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approval gate must be easy to use and strong enough to stop unsafe publication.</a:t>
            </a:r>
            <a:endParaRPr lang="en-US" sz="17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Avatar Scenario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 / 24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6 — What must be true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31520" y="152704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77E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Publication and withdrawal record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749808" y="2185416"/>
            <a:ext cx="1037844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Create a release record that shows: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approved script revision and rendered experience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reviewer roles, decisions, and conditions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accessibility and disclosure review outcome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publication channel, audience, and owner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pause, withdrawal, and replacement process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Prove withdrawal through the user channel. Changing a local approval file is insufficient.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Discussion: If a source policy changes after launch, who knows, who acts, and what happens to the published experience?</a:t>
            </a:r>
            <a:endParaRPr lang="en-US" sz="17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Avatar Scenario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 / 24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7 — Context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31520" y="152704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77E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Evaluate, red-team, trace, and operate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749808" y="2185416"/>
            <a:ext cx="1037844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pilot should produce evidence for a business decision, not just engagement numbers.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Useful evidence includes: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grounding quality and unsupported-claim defects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disclosure and accessibility checks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comprehension, task completion, and support handoffs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 themes from employees and reviewers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red-team findings around deception, bias, unsafe advice, and stale content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trace review for failures and improvement opportunities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the evidence to decide whether to iterate, scale, pause, or withdraw.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Avatar Scenario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 / 24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7 — Choices and trade-offs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31520" y="152704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77E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Measure enough to learn, not enough to surveil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749808" y="2185416"/>
            <a:ext cx="1037844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Operating the experience requires careful measurement: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cohort-level insight is usually safer than individual-level monitoring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qualitative feedback explains confusion that metrics can hide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red-team scenarios should include accessibility, language, disclosure, and policy edge cases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trace capture helps debugging but must respect privacy and data minimization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scorecards should define action thresholds before the pilot starts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evidence to improve the experience without making employees feel observed.</a:t>
            </a:r>
            <a:endParaRPr lang="en-US" sz="17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Avatar Scenario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 / 24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7 — What must be true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31520" y="152704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77E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Application acceptance and release decision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749808" y="2185416"/>
            <a:ext cx="1037844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Prove the deployed application. For content production, run a source update through generation and approved publication, then recover a failed job and withdraw outdated output. For an assistant, prove the supported task and refusal through its authenticated client.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release evidence in the customer's existing system: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500" dirty="0"/>
          </a:p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pilot scorecard tied to the original onboarding outcome</a:t>
            </a:r>
            <a:endParaRPr lang="en-US" sz="1500" dirty="0"/>
          </a:p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known defects and remediation owners</a:t>
            </a:r>
            <a:endParaRPr lang="en-US" sz="1500" dirty="0"/>
          </a:p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red-team results and accepted residual risks</a:t>
            </a:r>
            <a:endParaRPr lang="en-US" sz="1500" dirty="0"/>
          </a:p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trace review themes and operating improvements</a:t>
            </a:r>
            <a:endParaRPr lang="en-US" sz="1500" dirty="0"/>
          </a:p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recommendation to iterate, scale, pause, or withdraw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Discussion: What evidence would convince this customer to expand the pattern to another topic, locale, or audience?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322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marco/fy27-hackathons/frontier-ai-starter-kit-rvas/docs/assets/img/logo-mark-white-slide.png">    </p:cNvPr>
          <p:cNvPicPr>
            <a:picLocks noChangeAspect="1"/>
          </p:cNvPicPr>
          <p:nvPr/>
        </p:nvPicPr>
        <p:blipFill>
          <a:blip r:embed="rId1">
            <a:alphaModFix amt="95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C8DD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Avatar Scenario</a:t>
            </a:r>
            <a:endParaRPr lang="en-US" sz="850" dirty="0"/>
          </a:p>
        </p:txBody>
      </p:sp>
      <p:sp>
        <p:nvSpPr>
          <p:cNvPr id="4" name="Text 1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C8DD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 / 24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713232" y="868680"/>
            <a:ext cx="10561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Close the discussion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731520" y="152704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BFDBF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Turn the decisions into a pilot plan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49808" y="2185416"/>
            <a:ext cx="1037844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Bring one real onboarding moment and the people who own it to the next module.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the next working session, record: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pilot topic, audience, locale, and channel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application goal and first user task or workflow trigger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approved source owners and review expectations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selected experience capability and fallback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disclosure, accessibility, and human-help requirements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approval gate and withdrawal path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first scorecard for operating evidence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owner and due date for every unresolved decision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Working outcome: a narrow, governed pilot that teams can build, review, and measure. The Agentic Co-build is not the full production solution.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Outfi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Avatar Scenario Customer Discussion Deck</dc:title>
  <dc:subject>Customer decision discussion deck</dc:subject>
  <dc:creator>Real Value Acceleration Program</dc:creator>
  <cp:lastModifiedBy>Real Value Acceleration Program</cp:lastModifiedBy>
  <cp:revision>1</cp:revision>
  <dcterms:created xsi:type="dcterms:W3CDTF">2026-09-29T08:13:41Z</dcterms:created>
  <dcterms:modified xsi:type="dcterms:W3CDTF">2026-09-29T08:13:41Z</dcterms:modified>
</cp:coreProperties>
</file>