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Avatar Scenario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application with accessible output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interactive assistant or a repeatable content-production application in the customer's tenant. Start with the application goal, then choose whether an avatar helps.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outcome: choose the application goal, media path, approval boundary, accessible fallback, and evidence needed for a controlled pilot.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build detail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user or content outcome are we trying to improve?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experience and control path fits the risk?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must the customer see before the team moves on?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the application goal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assistant: help users ask questions or complete a task using approved knowledge.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Content-production application: turn approved source revisions into media through a repeatable generation and publishing workflow.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is the default. Agree on the first user task or workflow trigger and the evidence that proves delivery. Producing one video is an integration check.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 capability to risk and value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media format after the application goal: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avatar video: a rendering step in a content-production application; requires job handling and controlled publication.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avatar: more interactive; higher latency, consent, moderation, and support expectations.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or audio-first: lower production weight; may meet accessibility and channel needs better.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translation: maintain language versions in the content workflow; review translated meaning before publication.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avatar: still valid when disclosure, accessibility, cost, or trust argues for a simpler format.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must cover consent, likeness and voice rights, supported regions, identity model, pricing, accessibility coverage, content-safety controls, and an exit path.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capability decision the sponsor can defend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module, the team should have a short decision record that states: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experience capability and why it fits the pilot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goal, user task or workflow trigger, and acceptance checks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alternatives considered and why they were not selected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consent, disclosure, accessibility, privacy, residency, and retention assumptions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owner, support path, and conditions that would stop or simplify the experience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the avatar option became unavailable tomorrow, could the onboarding outcome still be delivered safely?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Provision the Foundry and Speech foundation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scenario needs a foundation so each prototype does not become a one-off integration.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 should support: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keyless access patterns where possible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and grounding path only when assisted authoring or live answers are needed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 or media services for the selected experience capability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 the approved content; add indexed retrieval only when the selected path needs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that helps owners understand behavior without over-collecting employee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becomes the shared base for policy, learning, and multilingual communication scenarios.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Reusable platform, not hard-coded demo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design choices decide whether the pilot can become a repeatable pattern: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Identity: managed identity and role-based access reduce secret handling, but require clear ownership.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capacity: availability, latency, data residency, and cost may point to different deployment choices.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path: a general model may be enough for drafting; stricter use cases may need more evaluation and guardrails.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 useful traces help diagnose issues, but message content capture must be intentional and governed.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Seams: keep rendering, assistant, content, and approval components replaceable.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foundation customers can adapt. Avoid a locked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foundation ready for governed work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test is whether the foundation can run accountably: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resources are provisioned with the intended identity model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settings are documented without exposing secrets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assistant, rendering, approval, and telemetry components can connect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know where logs, traces, and configuration evidence will live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runtime identity can reach the selected services from the customer's approved network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Can the team explain who can access what, why, and how that access is reviewed?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the governed content pipeline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avatar cannot become an unreviewed policy source. It must express approved content.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every claim used in the experience, the pipeline needs: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source, version, owner, and review cycle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and locale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sensitivity and escalation route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 or withdrawal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 from source to script segment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makes onboarding content a controlled input for the assistant, storyboard, approvals, and published experience.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Govern claims without slowing every edit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need controls that protect employees without making simple updates impossible.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choices: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counts as an approved source: policy page, HR guide, learning page, legal FAQ, or SME note?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changes need full reapproval versus owner review?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granular should claims be for traceability?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are locale-specific policy differences handled?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retire, pause, or replace content when guidance changes?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speed-versus-confidence choice. Start with a small, well-owned pilot corpus.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Versioned claims with named ownership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traceable claim set that downstream steps can use: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claim has an authoritative source and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versions and expiry rules are visible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topics are marked with review and escalation requirements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unapproved or expired material is excluded from drafting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source-to-script relationship can be shown to reviewers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wording is approved before module 5 creates a private preview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an employee challenges a statement in the avatar experience, can the owner show where it came from and whether it was current?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the grounded assistant behind the experience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Skip model-based drafting when the wording is already approved. When assisted authoring or live answers are needed, connect only the permitted sources.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behavior: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approved sources when making claims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 or escalate when content is missing or expired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policy interpretation beyond the approved corpus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human review rather than replacing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a clear path from source to script to final experience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must be able to see why the assistant said what it said.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Helpful drafting versus unsafe authority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assistant can speed preparation. It cannot become the decision-maker.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choices include: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strict retrieval should be before drafting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assistant answers employee questions directly or routes to human support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handles missing, conflicting, or stale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tone and reading level it uses for onboarding audiences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citations appear for reviewers versus employees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assistant reliable at grounded drafting, refusal, and escalation before you broaden interaction.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Cited drafts and visible refusals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should show accountable content work: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segments include source links or claim references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requests are refused or routed for human help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prompts produce evidence, not unsupported confidence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policy questions trigger the expected escalation path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or traces help diagnose grounding failures without overexposing employee data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Which answer would worry us more: “I don’t know” or a confident answer without a source?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 generation to the application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production needs a deployed workflow with persisted job state and failure recovery. An interactive assistant needs a client connected to the bounded answer path.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is whether employees can understand the message clearly and honestly: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synthetic-media disclosure is visible and plain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 and transcript are available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keyboard, mobile, and low-bandwidth access are considered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 and locale differences are handled intentionally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non-avatar alternative exists where needed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and disclosure belong in the product, not post-production cleanup.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 for trust, not novelty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choices shape employee trust: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style: realistic avatars can feel polished, but may raise impersonation concerns.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Voice: branded voice can improve consistency, but requires consent and rights clarity.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 placement: early and visible disclosure is safer than hidden footnotes.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Fallback: transcript, audio, or human-led alternatives reduce exclusion.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Localization: translation must preserve meaning, policy nuance, and accessibility.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Channel: Teams, learning platform, intranet, or email each changes measurement and support.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experience should never imply that a real person said something they did not approve.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Approved revision rendered accessibly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experience package that can be reviewed before release: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only from an approved script revision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disclosure, captions, transcript, and fallback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source and approval references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the selected audience, locale, and channel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who can pause or withdraw the published version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content production, repeat a trigger and recover an interrupted job without duplicate output. For an assistant, test supported and refused questions through the actual client.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Could an employee understand that the media is synthetic, get the same message without the avatar, and find human help?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Gate publication behind human approval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 turns generated content into accountable communication.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anything is published, named reviewers should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factual accuracy and source alignment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legal, compliance, privacy, and labor considerations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brand, tone, and employee experience fit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and inclusive design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scope, support route, and withdrawal authority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content production, module 3 approved the wording; this module approves the media and release. For an assistant, approve the application version and content/refusal policy. Enforce the decision in the customer's release system.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Keep approval strong and workable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should protect the organization without turning every typo into a governance crisis.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to make: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roles are mandatory for each content type?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 reset approval: source change, translation, visual edit, voice change, or channel move?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emergency-pause an experience?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are reviewer disagreements resolved?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must be retained, and for how long?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approval gate must be easy to use and strong enough to stop unsafe publication.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Publication and withdrawal record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release record that shows: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script revision and rendered experience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roles, decisions, and conditions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and disclosure review outcome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 channel, audience, and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pause, withdrawal, and replacement process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withdrawal through the user channel. Changing a local approval file is insufficient.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If a source policy changes after launch, who knows, who acts, and what happens to the published experience?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 — Context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Evaluate, red-team, trace, and operate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should produce evidence for a business decision, not just engagement numbers.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evidence includes: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quality and unsupported-claim defects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 and accessibility checks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comprehension, task completion, and support handoffs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themes from employees and reviewers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findings around deception, bias, unsafe advice, and stale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review for failures and improvement opportunities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to decide whether to iterate, scale, pause, or withdraw.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 —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Measure enough to learn, not enough to surveil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the experience requires careful measurement: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cohort-level insight is usually safer than individual-level monitoring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feedback explains confusion that metrics can hide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scenarios should include accessibility, language, disclosure, and policy edge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capture helps debugging but must respect privacy and data minimization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scorecards should define action thresholds before the pilot starts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evidence to improve the experience without making employees feel observed.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marco/fy27-hackathons/frontier-ai-starter-kit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 — What must be true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A77E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 acceptance and release decision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the deployed application. For content production, run a source update through generation and approved publication, then recover a failed job and withdraw outdated output. For an assistant, prove the supported task and refusal through its authenticated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release evidence in the customer's existing system: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scorecard tied to the original onboarding outcome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defects and remediation owners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 results and accepted residual risks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review themes and operating improvements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to iterate, scale, pause, or withdraw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Discussion: What evidence would convince this customer to expand the pattern to another topic, locale, or audience?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arco/fy27-hackathons/frontier-ai-starter-kit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Scenario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the decisions into a pilot plan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real onboarding moment and the people who own it to the next module.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topic, audience, locale, and channel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goal and first user task or workflow trigger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source owners and review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experience capability and fallback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disclosure, accessibility, and human-help requirements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gate and withdrawal path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scorecard for operating evidence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outcome: a narrow, governed pilot that teams can build, review, and measure. The Agentic Co-build is not the full production solution.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Avatar Scenario Customer Discussion Deck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