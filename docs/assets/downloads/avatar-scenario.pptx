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/Desktop/repo/frontier-agentic-cobuild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Avatar Scenario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BFDBF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 application with accessible output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 interactive assistant or a repeatable content-production application in the customer's tenant. Start with the application goal, then choose whether an avatar helps.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application goal, media path, approval boundary, accessible fallback, and evidence needed for a controlled pilot.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/Desktop/repo/frontier-agentic-cobuild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to use this conversation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module moves through the same three steps: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choice, owner, open question, and evidence gate as you go. Keep build detail in the scenario modules.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Discuss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Which user or content outcome are we trying to improve?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Decide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Which experience and control path fits the risk?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must the customer see before the team moves on?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1.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the application goal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assistant: help users ask questions or complete a task using approved knowledge.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Content-production application: turn approved source revisions into media through a repeatable generation and publishing workflow.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Neither is the default. Agree on the first user task or workflow trigger and the evidence that proves delivery. Producing one video is an integration check.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1.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Match capability to risk and value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media format after the application goal: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 avatar video: a rendering step in a content-production application; requires job handling and controlled publication.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avatar: supports interaction; plan for latency, consent, moderation, and live support.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or audio-first: needs less media production; compare it against accessibility and channel requirements.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translation: maintain language versions in the content workflow; review translated meaning before publication.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avatar: use text or audio when a visible presenter adds no value or cannot meet the requirements.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must cover consent, likeness and voice rights, supported regions, identity model, pricing, accessibility coverage, content-safety controls, and an exit path.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1.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capability decision the sponsor can defend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these decisions before provisioning: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experience capability and why it fits the pilot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goal, user task or workflow trigger, and acceptance checks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alternatives considered and why they were not selected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consent, disclosure, accessibility, privacy, residency, and retention assumptions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operating owner, support path, and conditions that would stop or simplify the experience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If the avatar option became unavailable tomorrow, could the onboarding outcome still be delivered safely?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2.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Provision the Foundry and Speech foundation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the selected services through the customer's approved identity and network.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foundation should support: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keyless access patterns where possible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model and grounding path only when assisted authoring or live answers are needed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Speech or media services for the selected experience capability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to the approved content; add indexed retrieval only when the selected path needs it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telemetry that helps owners understand behavior without over-collecting employee data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2.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Keep components replaceable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these platform choices: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Identity: managed identity and role-based access reduce secret handling, but require clear ownership.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and capacity: availability, latency, data residency, and cost may point to different deployment choices.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path: a general model may be enough for drafting; stricter use cases may need more evaluation and guardrails.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Observability: useful traces help diagnose issues, but message content capture must be intentional and governed.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contracts: keep rendering, assistant, content, and approval components replaceable.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2.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foundation ready for governed work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these conditions: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resources are provisioned with the intended identity model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environment settings are documented without exposing secrets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content, assistant, rendering, approval, and telemetry components can connect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owners know where logs, traces, and configuration evidence will live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runtime identity can reach the selected services from the customer's approved network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Can the team explain who can access what, why, and how that access is reviewed?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3.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Build the governed content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avatar cannot become an unreviewed policy source. It must express approved content.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every claim used in the experience, the pipeline needs: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source, version, owner, and review cycle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 and locale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 and escalation route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expiry or withdrawal conditions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traceability from source to script segment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makes onboarding content a controlled input for the assistant, storyboard, approvals, and published experience.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3.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Govern claims without slowing every edit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 choices: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counts as an approved source: policy page, HR guide, learning page, legal FAQ, or SME note?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changes need full reapproval versus owner review?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granular should claims be for traceability?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are locale-specific policy differences handled?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retire, pause, or replace content when guidance changes?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with a small pilot corpus and name its content owner.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3.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Versioned claims with named ownership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traceable claim set that downstream steps can use: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claim has an authoritative source and owner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versions and expiry rules are visible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sensitive topics are marked with review and escalation requirements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unapproved or expired material is excluded from drafting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source-to-script relationship can be shown to reviewers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wording is approved before module 5 creates a private preview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If an employee challenges a statement in the avatar experience, can the owner show where it came from and whether it was current?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4.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Build the grounded assistant behind the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Skip model-based drafting when the wording is already approved. When assisted authoring or live answers are needed, connect only the permitted sources.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Expected behavior: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 approved sources when making claims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refuse or escalate when content is missing or expired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 policy interpretation beyond the approved corpus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human review rather than replacing it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preserve a clear path from source to script to final experience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 must be able to see why the assistant said what it said.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4.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Helpful drafting versus unsafe authority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assistant can speed preparation. It cannot become the decision-maker.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choices include: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strict retrieval should be before drafting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the assistant answers employee questions directly or routes to human support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handles missing, conflicting, or stale content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tone and reading level it uses for onboarding audiences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citations appear for reviewers versus employees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grounded drafting, refusal, and escalation before adding more supported questions.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4.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Cited drafts and visible refusals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generated drafts and live responses: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segments include source links or claim references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unsupported requests are refused or routed for human help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 prompts return source evidence for each claim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sensitive policy questions trigger the expected escalation path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or traces help diagnose grounding failures without overexposing employee data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Which answer would worry us more: "I don't know" or a confident answer without a source?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5.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Connect generation to the application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production needs a deployed workflow with persisted job state and failure recovery. An interactive assistant needs a client connected to the bounded answer path.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experience with its intended users: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synthetic-media disclosure is visible and plain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captions and transcript are available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keyboard, mobile, and low-bandwidth access are considered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language version receives a review against its approved source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non-avatar alternative exists where needed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 accessibility and disclosure in the client and publishing workflow.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5.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Review presentation and access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these experience choices: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style: check realistic avatars for impersonation risks.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Voice: confirm consent and usage rights before selecting a branded voice.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 placement: early and visible disclosure is safer than hidden footnotes.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Fallback: transcript, audio, or human-led alternatives reduce exclusion.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Localization: translation must preserve meaning, policy nuance, and accessibility.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Channel: Teams, learning platform, intranet, or email each changes measurement and support.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experience should never imply that a real person said something they did not approve.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5.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Approved revision rendered accessibly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an experience package that can be reviewed before release: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generated only from an approved script revision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disclosure, captions, transcript, and fallback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preserves source and approval references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supports the selected audience, locale, and channel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identifies who can pause or withdraw the published version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content production, repeat a trigger and recover an interrupted job without duplicate output. For an assistant, test supported and refused questions through the actual client.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Could an employee understand that the media is synthetic, get the same message without the avatar, and find human help?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6.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Gate publication behind human approval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 human approval to the exact revision that will reach users.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anything is published, named reviewers must check: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factual accuracy and source alignment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legal, compliance, privacy, and labor considerations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brand, tone, and employee experience fit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accessibility and inclusive design expectations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 scope, support route, and withdrawal authority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content production, module 3 approved the wording; this module approves the media and release. For an assistant, approve the application version and content/refusal policy. Enforce the decision in the customer's release system.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6.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Keep approval strong and workable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to make: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roles are mandatory for each content type?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reset approval: source change, translation, visual edit, voice change, or channel move?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can emergency-pause an experience?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are reviewer disagreements resolved?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evidence must be retained, and for how long?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that changed or unapproved revisions cannot publish.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6.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Publication and withdrawal record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 release record that shows: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script revision and rendered experience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 roles, decisions, and conditions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accessibility and disclosure review outcome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 channel, audience, and owner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pause, withdrawal, and replacement process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withdrawal through the user channel. Changing a local approval file is insufficient.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If a source policy changes after launch, who knows, who acts, and what happens to the published experience?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7. Context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Evaluate, red-team, trace, and operate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pilot's quality and user-task evidence to make the release decision.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Useful evidence includes: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grounding quality and unsupported-claim defects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 and accessibility checks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comprehension, task completion, and support handoffs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themes from employees and reviewers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red-team findings around deception, bias, unsafe advice, and stale content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review for failures and improvement opportunities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evidence to decide whether to iterate, scale, pause, or withdraw.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7. Choices and trade-offs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aggregate measurement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the measurement rules: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cohort-level insight is usually safer than individual-level monitoring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qualitative feedback explains confusion that metrics can hide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red-team scenarios should include accessibility, language, disclosure, and policy edge cases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capture helps debugging but must respect privacy and data minimization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scorecards should define action thresholds before the pilot starts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onboarding measurement aggregate and identifier-free.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Users/marco/Desktop/repo/frontier-agentic-cobuild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24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7. What must be true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77E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Application acceptance and release decision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the deployed application. For content production, run a source update through generation and approved publication, then recover a failed job and withdraw outdated output. For an assistant, prove the supported task and refusal through its authenticated client.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release evidence in the customer's existing system: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scorecard tied to the original onboarding outcome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 defects and remediation owners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red-team results and accepted residual risks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review themes and operating improvements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 to iterate, scale, pause, or withdraw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What evidence would convince this customer to expand the pattern to another topic, locale, or audience?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/Desktop/repo/frontier-agentic-cobuild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Avatar Scenario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24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Close the discussion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BFDBF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Turn the decisions into a pilot plan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one real onboarding moment and the people who own it to the next module.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next working session, record: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topic, audience, locale, and channel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goal and first user task or workflow trigger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source owners and review expectations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experience capability and fallback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disclosure, accessibility, and human-help requirements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gate and withdrawal path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scorecard for operating evidence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owner and due date for every unresolved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Agentic Co-build covers the bounded pilot. Production integration remains the customer's work.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Avatar Scenario Customer Discussion Deck</dc:title>
  <dc:subject>Customer decision discussion deck</dc:subject>
  <dc:creator>Real Value Acceleration Program</dc:creator>
  <cp:lastModifiedBy>Real Value Acceleration Program</cp:lastModifiedBy>
  <cp:revision>1</cp:revision>
  <dcterms:created xsi:type="dcterms:W3CDTF">1980-01-01T00:00:00.000Z</dcterms:created>
  <dcterms:modified xsi:type="dcterms:W3CDTF">1980-01-01T00:00:00.000Z</dcterms:modified>
</cp:coreProperties>
</file>