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Content Understanding and Document Workflow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discussion deck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document understanding into a governed business workflow.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this deck to agree on the decision, automation evidence, and controls needed before deployment.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to use this conversation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this working-module deck with sponsors, SMEs, security, data owners, and engineering. It is not an implementation walkthrough.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module moves through the same three steps: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 Why the decision matters to the business outcome.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Decide: Which path fits the documents, workflow, and operating environment.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Prove: What the team must show before moving forward.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choice, owner, open question, and evidence gate as you go. The practical steps live in the scenario modules.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1: Confirm scope and connect the foundation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the document class and downstream action. Select the intended extraction path before provisioning, and reuse approved tenant resources.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business decision this workflow will improve.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teams own identity, networking, storage, monitoring, and model access.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environments are needed for experimentation, pilots, and production.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apply keyless access, least privilege, and traceability from the start.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reusable base that later scenario tracks can share. Avoid a one-off demo environment.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Foundation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vs. dedicated resources: Shared foundations reduce setup work; dedicated resources can simplify isolation and chargeback.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 and model availability: Consider model choice, data residency, latency, and quota together.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 model: Prefer managed identity and role-based access over keys where possible.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 baseline: Start tracing and monitoring early so later workflow issues are diagnosable.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trade-off is simple: quick setup must not hide production controls needed later.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Foundation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team proceeds,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Foundry foundation, storage, model deployments, and monitoring plan have owners.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access model is documented and keyless-first.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Environment boundaries are understood.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Later modules can use required outputs without copying secrets into notes or code.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 knows what still needs security, networking, or operations review.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Can engineering safely build on this foundation without re-deciding basic platform controls each module?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2: Connect an approved document source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starts with approved documents, not files that merely happen to be available.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workflow source is authoritative: Azure Blob, ADLS Gen2, SharePoint, OneLake, or another governed store.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is allowed to approve sample use.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source identity, document version, permissions, and retention are preserved.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unsafe, unsupported, or out-of-scope files are quarantined.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clean folder of copied files works for a lab. It is not an approved business source.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Document source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source vs. staging area: Direct integration preserves context; staging can simplify processing but adds governance work.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samples: Include normal, edge, low-quality, multilingual, and failure cases, not only ideal examples.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Permissions: Decide whether the workflow inherits source permissions or uses a separate processing identity.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Retention: Define how originals, extracted results, evidence, and corrections are retained.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intake does not justify losing provenance or authorization.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Document source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moving forward,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document source is approved for this scenario.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Sample documents are representative and authorized for testing.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document traces to its source, version, owner, and retention policy.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 has a clear path for quarantine, deletion, and exception handling.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boundaries are enforceable, not just assumed.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Can every document used by the workflow be explained, traced, and governed?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3: Select the extraction capability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extraction based on document variability, schema needs, confidence requirements, and operating constraints.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Content Understanding analyzers fit the document classes and fields.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Document Intelligence, LLM structured outputs, or multimodal approaches may fit better.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fields require exact evidence versus broad summarization.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errors are tolerable, reviewable, or unacceptable.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customer should leave with a documented capability decision, not a default product choice.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Extraction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Understanding: Fits SMEs who need to shape classes and schemas for varied content.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Intelligence: Useful for established document extraction patterns and form-like structure.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structured outputs: Flexible for reasoning over text but require strict validation and evidence controls.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Multimodal processing: Helpful when layout, images, or visual cues matter.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flexible extraction increases validation, review, cost, and monitoring work.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Extraction selection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implementation,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selected capability matches document quality, field complexity, region, cost, and review needs.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target schema is specific enough to test.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Known failure cases are included in the decision.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 has agreed when a field must be empty rather than inferred.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Human-review rules are part of the extraction decision.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Can the team explain why this capability is the right fit for the first controlled workflow?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4: Implement typed extraction with evidence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useful extraction result is typed, validated, and supported by evidence.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fields are required, optional, derived, or prohibited.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evidence is needed for each important value: page, span, citation, confidence, or source reference.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missing, ambiguous, conflicting, or low-confidence values should be represented.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workflow must avoid inferred values.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more than a JSON shape. Build a decision record a reviewer and auditor can trust.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Typed extraction choices and trade-offs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Strict schema vs. flexible notes: Strict schemas help automation; flexible notes may help SMEs explain unusual cases.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 thresholds: High thresholds reduce false approvals and increase review volume.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granularity: More detailed evidence improves trust but can increase storage and UI complexity.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behavior: Empty-with-reason is safer than filling a field without support.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depends on handling uncertainty well, not only on high field coverage.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Typed extraction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workflow can use extracted results,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output validates against the agreed schema.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Important fields include evidence and confidence where appropriate.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and low-confidence fields follow a consistent policy.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Unsupported values are not invented to satisfy the schema.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Reviewers can see enough source context to confirm or challenge a value.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Would a business reviewer understand what was extracted, why it was trusted, and what still needs attention?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5: Build review, correction, and handoff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review belongs in the product design. It cannot be a fallback after automation fails.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cases require review: missing fields, low confidence, conflicting values, sensitive decisions, or policy exceptions.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approve, correct, reject, or escalate.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correction reason and evidence must be retained.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downstream system receives approved results.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review experience should make the right action easier than bypassing the process.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Review and handoff choices and trade-offs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 queue vs. embedded workflow: Queues centralize review; embedded workflows meet users where they already work.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Correction model: Corrections should update the case record and feed evaluation. Do not silently overwrite history.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 boundary: Decide which results can flow automatically and which require a named approver.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Handoff seam: Use a governed downstream contract. Do not write directly from unreviewed extraction.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Reducing reviewer effort must not erase accountability.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Review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handoff is trusted,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rules are explicit and testable.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reviewer can correct, approve, reject, and explain the decision.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Corrections retain the document, evidence, reviewer, timestamp, and contract version.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results are handed off through a controlled interface.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Exceptions have an owner and a resolution path.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Can the customer prove who approved a result, what changed, and why it was sent downstream?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6: Evaluate and trace the workflow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document workflow is ready when it performs consistently on representative cases and failures are diagnosable.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quality measures matter: field accuracy, routing accuracy, false approvals, review rate, latency, and cost.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adversarial or messy cases should be tested.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traces must show across intake, extraction, review, and handoff.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corrections become future evaluation evidence.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Evaluate real workflow risk, not only model output quality.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Evaluation and tracing choices and trade-offs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Holdout data: Keep evaluation examples separate from tuning examples.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gates: Define thresholds for automation, review, and rejection.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detail: Capture enough context to debug without exposing unnecessary sensitive content.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Regression testing: Re-run important cases when schemas, analyzers, prompts, or review rules change.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automation without measurement increases hidden business risk.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Evaluation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promotion,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test cases cover normal, edge, and failure segments.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 accuracy, review volume, false approval risk, and latency are measured.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Traces connect document intake, extraction, policy, review, correction, and handoff.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Failures have named causes and owners.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release decision covers rollback and monitoring.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Can the team defend the workflow with evidence rather than a successful demo?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7: Deploy the reviewable workflow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Deployment turns an experiment into an accountable business service.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invoke the workflow and under what identity.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environment receives the pilot and what production controls are required.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analyzer or schema versions are promoted.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monitoring, support, rollback, and change management work.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first deployment controlled, observable, and reversible.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Deployment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scope: Start with a bounded document set, user group, and decision path.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Endpoint and identity: Use authenticated access and managed identity where possible.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Versioning: Track analyzer, schema, policy, review rules, and downstream contract together.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Operations: Decide alert ownership, support process, rollback criteria, and release cadence.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broad rollout before operational readiness can create more manual work than it removes.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Deployment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controlled rollout,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workflow runs behind approved access controls.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Monitoring and tracing are enabled for the end-to-end path.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and rollback information is documented.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and correction data stay available after deployment.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pilot owner can decide whether to expand, pause, or revise the workflow.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Is the workflow ready to serve a bounded real use case with accountable controls?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Close the discussion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next working session, record: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high-value document decision and its business owner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approved source and 15–30 safe, representative samples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expected fields, unacceptable errors, and review rules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SME, engineering, security, and workflow handoff owners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constraints for identity, retention, monitoring, and deployment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owner and due date for every unresolved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the first pilot slice and the evidence needed before expansion.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utf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 Understanding and Document Workflow</dc:title>
  <dc:subject>Customer decision discussion deck</dc:subject>
  <dc:creator>Real Value Acceleration Program</dc:creator>
  <cp:lastModifiedBy>Real Value Acceleration Program</cp:lastModifiedBy>
  <cp:revision>1</cp:revision>
  <dcterms:created xsi:type="dcterms:W3CDTF">2026-09-29T08:13:41Z</dcterms:created>
  <dcterms:modified xsi:type="dcterms:W3CDTF">2026-09-29T08:13:41Z</dcterms:modified>
</cp:coreProperties>
</file>