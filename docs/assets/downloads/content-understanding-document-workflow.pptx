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322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arco/Desktop/repo/frontier-agentic-cobuild-rvas/docs/assets/img/logo-mark-white-slide.png">    </p:cNvPr>
          <p:cNvPicPr>
            <a:picLocks noChangeAspect="1"/>
          </p:cNvPicPr>
          <p:nvPr/>
        </p:nvPicPr>
        <p:blipFill>
          <a:blip r:embed="rId1">
            <a:alphaModFix amt="95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C8DDF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Content Understanding and Document Workflow</a:t>
            </a:r>
            <a:endParaRPr lang="en-US" sz="850" dirty="0"/>
          </a:p>
        </p:txBody>
      </p:sp>
      <p:sp>
        <p:nvSpPr>
          <p:cNvPr id="4" name="Text 1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C8DDF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/ 24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Content Understanding and Document Workflow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749808" y="1783080"/>
            <a:ext cx="10378440" cy="4416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discussion deck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Extract typed results from documents, review them against the source, and control the downstream action.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this deck to agree on the decision, automation evidence, and controls needed before deployment.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322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arco/Desktop/repo/frontier-agentic-cobuild-rvas/docs/assets/img/logo-mark-white-slide.png">    </p:cNvPr>
          <p:cNvPicPr>
            <a:picLocks noChangeAspect="1"/>
          </p:cNvPicPr>
          <p:nvPr/>
        </p:nvPicPr>
        <p:blipFill>
          <a:blip r:embed="rId1">
            <a:alphaModFix amt="95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C8DDF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Content Understanding and Document Workflow</a:t>
            </a:r>
            <a:endParaRPr lang="en-US" sz="850" dirty="0"/>
          </a:p>
        </p:txBody>
      </p:sp>
      <p:sp>
        <p:nvSpPr>
          <p:cNvPr id="4" name="Text 1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C8DDF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/ 24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How to use this conversation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749808" y="1783080"/>
            <a:ext cx="10378440" cy="4416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this deck with sponsors, SMEs, security, data owners, and engineering to make decisions. The scenario modules contain the implementation steps.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module moves through the same three steps: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Discuss: Why the decision matters to the business outcome.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Decide: Which path fits the documents, workflow, and operating environment.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Prove: What the team must show before moving forward.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 the choice, owner, open question, and evidence gate as you go. The practical steps live in the scenario modules.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Users/marco/Desktop/repo/frontier-agentic-cobuild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Content Understanding and Document Workflow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/ 24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Module 1. Confirm scope and connect the foundation</a:t>
            </a:r>
            <a:endParaRPr lang="en-US" sz="2900" dirty="0"/>
          </a:p>
        </p:txBody>
      </p:sp>
      <p:sp>
        <p:nvSpPr>
          <p:cNvPr id="7" name="Text 4"/>
          <p:cNvSpPr/>
          <p:nvPr/>
        </p:nvSpPr>
        <p:spPr>
          <a:xfrm>
            <a:off x="749808" y="1783080"/>
            <a:ext cx="10378440" cy="4416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Agree the document class and downstream action. Select the intended extraction path before provisioning, and reuse approved tenant resources.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Discuss: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Which business decision this workflow will improve.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Which teams own identity, networking, storage, monitoring, and model access.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Which environments are needed for experimentation, pilots, and production.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to apply keyless access, least privilege, and traceability from the start.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Users/marco/Desktop/repo/frontier-agentic-cobuild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Content Understanding and Document Workflow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 / 24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Foundation choices and trade-offs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749808" y="1783080"/>
            <a:ext cx="10378440" cy="4416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Key decisions: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Shared vs. dedicated resources: Shared foundations reduce setup work; dedicated resources can simplify isolation and chargeback.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Region and model availability: Consider model choice, data residency, latency, and quota together.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Identity model: Prefer managed identity and role-based access over keys where possible.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Observability baseline: Start tracing and monitoring early so later workflow issues are diagnosable.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 any deferred production controls and their owners.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Users/marco/Desktop/repo/frontier-agentic-cobuild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Content Understanding and Document Workflow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 / 24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Foundation evidence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749808" y="1783080"/>
            <a:ext cx="10378440" cy="4416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the team proceeds, confirm: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Foundry foundation, storage, model deployments, and monitoring plan have owners.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access model is documented and keyless-first.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team has documented the environment boundaries.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Later modules can use required outputs without copying secrets into notes or code.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team knows what still needs security, networking, or operations review.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Decision question: Can engineering safely build on this foundation without re-deciding basic platform controls each module?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Users/marco/Desktop/repo/frontier-agentic-cobuild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Content Understanding and Document Workflow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 / 24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Module 2. Connect an approved document source</a:t>
            </a:r>
            <a:endParaRPr lang="en-US" sz="2900" dirty="0"/>
          </a:p>
        </p:txBody>
      </p:sp>
      <p:sp>
        <p:nvSpPr>
          <p:cNvPr id="7" name="Text 4"/>
          <p:cNvSpPr/>
          <p:nvPr/>
        </p:nvSpPr>
        <p:spPr>
          <a:xfrm>
            <a:off x="749808" y="1783080"/>
            <a:ext cx="10378440" cy="4416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Process only documents whose owners have approved their use.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Discuss: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Which workflow source is authoritative: Azure Blob, ADLS Gen2, SharePoint, OneLake, or another governed store.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 is allowed to approve sample use.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source identity, document version, permissions, and retention are preserved.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unsafe, unsupported, or out-of-scope files are quarantined.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 customer documents, a staging folder needs source approval and access controls.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Users/marco/Desktop/repo/frontier-agentic-cobuild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Content Understanding and Document Workflow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 / 24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Document source choices and trade-offs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749808" y="1783080"/>
            <a:ext cx="10378440" cy="4416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Key decisions: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source vs. staging area: Direct integration preserves context; staging can simplify processing but adds governance work.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Representative samples: Include normal, edge, low-quality, multilingual, and failure cases, not only ideal examples.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Permissions: Decide whether the workflow inherits source permissions or uses a separate processing identity.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Retention: Define how originals, extracted results, evidence, and corrections are retained.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Check source provenance and authorization before intake.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Users/marco/Desktop/repo/frontier-agentic-cobuild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Content Understanding and Document Workflow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 / 24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Document source evidence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749808" y="1783080"/>
            <a:ext cx="10378440" cy="4416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moving forward, confirm: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document source is approved for this scenario.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Sample documents are representative and authorized for testing.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document traces to its source, version, owner, and retention policy.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team has a clear path for quarantine, deletion, and exception handling.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Access checks allow intended users and deny unauthorized users.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Decision question: Can every document used by the workflow be explained, traced, and governed?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Users/marco/Desktop/repo/frontier-agentic-cobuild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Content Understanding and Document Workflow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09 / 24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Module 3. Select the extraction capability</a:t>
            </a:r>
            <a:endParaRPr lang="en-US" sz="2900" dirty="0"/>
          </a:p>
        </p:txBody>
      </p:sp>
      <p:sp>
        <p:nvSpPr>
          <p:cNvPr id="7" name="Text 4"/>
          <p:cNvSpPr/>
          <p:nvPr/>
        </p:nvSpPr>
        <p:spPr>
          <a:xfrm>
            <a:off x="749808" y="1783080"/>
            <a:ext cx="10378440" cy="4416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Choose extraction based on document variability, schema needs, confidence requirements, and operating constraints.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Discuss: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Whether Content Understanding analyzers fit the document classes and fields.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Document Intelligence, LLM structured outputs, or multimodal approaches may fit better.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Which fields require exact evidence versus broad summarization.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Which errors are tolerable, reviewable, or unacceptable.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 the chosen capability and the document evidence behind it.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Users/marco/Desktop/repo/frontier-agentic-cobuild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Content Understanding and Document Workflow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/ 24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Extraction choices and trade-offs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749808" y="1783080"/>
            <a:ext cx="10378440" cy="4416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Key decisions: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Content Understanding: Fits SMEs who need to shape classes and schemas for varied content.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Document Intelligence: Useful for established document extraction patterns and form-like structure.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LLM structured outputs: Flexible for reasoning over text but require strict validation and evidence controls.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Multimodal processing: Helpful when layout, images, or visual cues matter.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Include validation, review, cost, and monitoring work in the capability decision.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Users/marco/Desktop/repo/frontier-agentic-cobuild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Content Understanding and Document Workflow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/ 24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Extraction selection evidence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749808" y="1783080"/>
            <a:ext cx="10378440" cy="4416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implementation, confirm: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selected capability matches document quality, field complexity, region, cost, and review needs.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target schema is specific enough to test.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Known failure cases are included in the decision.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team has agreed when a field must be empty rather than inferred.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Human-review rules are part of the extraction decision.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Decision question: Can the team explain why this capability is the right fit for the first controlled workflow?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Users/marco/Desktop/repo/frontier-agentic-cobuild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Content Understanding and Document Workflow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/ 24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Module 4. Implement typed extraction with evidence</a:t>
            </a:r>
            <a:endParaRPr lang="en-US" sz="2900" dirty="0"/>
          </a:p>
        </p:txBody>
      </p:sp>
      <p:sp>
        <p:nvSpPr>
          <p:cNvPr id="7" name="Text 4"/>
          <p:cNvSpPr/>
          <p:nvPr/>
        </p:nvSpPr>
        <p:spPr>
          <a:xfrm>
            <a:off x="749808" y="1783080"/>
            <a:ext cx="10378440" cy="4416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useful extraction result is typed, validated, and supported by evidence.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Discuss: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Which fields are required, optional, derived, or prohibited.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evidence is needed for each important value: page, span, citation, confidence, or source reference.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missing, ambiguous, conflicting, or low-confidence values should be represented.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the workflow must avoid inferred values.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Keep the source evidence and review reasons with the typed result.</a:t>
            </a:r>
            <a:endParaRPr lang="en-US" sz="1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Users/marco/Desktop/repo/frontier-agentic-cobuild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Content Understanding and Document Workflow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 / 24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Typed extraction choices and trade-offs</a:t>
            </a:r>
            <a:endParaRPr lang="en-US" sz="2900" dirty="0"/>
          </a:p>
        </p:txBody>
      </p:sp>
      <p:sp>
        <p:nvSpPr>
          <p:cNvPr id="7" name="Text 4"/>
          <p:cNvSpPr/>
          <p:nvPr/>
        </p:nvSpPr>
        <p:spPr>
          <a:xfrm>
            <a:off x="749808" y="1783080"/>
            <a:ext cx="10378440" cy="4416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Key decisions: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Strict schema vs. flexible notes: Strict schemas help automation; flexible notes may help SMEs explain unusual cases.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Confidence thresholds: High thresholds reduce false approvals and increase review volume.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Evidence granularity: More detailed evidence improves trust but can increase storage and UI complexity.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Failure behavior: Empty-with-reason is safer than filling a field without support.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 missing and uncertain fields as well as correctly extracted values.</a:t>
            </a:r>
            <a:endParaRPr lang="en-US" sz="1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Users/marco/Desktop/repo/frontier-agentic-cobuild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Content Understanding and Document Workflow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 / 24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Typed extraction evidence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749808" y="1783080"/>
            <a:ext cx="10378440" cy="4416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the workflow can use extracted results, confirm: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output validates against the agreed schema.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Important fields include evidence and confidence where appropriate.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Missing and low-confidence fields follow a consistent policy.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Unsupported values are not invented to satisfy the schema.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Reviewers can see enough source context to confirm or challenge a value.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Decision question: Would a business reviewer understand what was extracted, why it was trusted, and what still needs attention?</a:t>
            </a:r>
            <a:endParaRPr lang="en-US" sz="1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Users/marco/Desktop/repo/frontier-agentic-cobuild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Content Understanding and Document Workflow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 / 24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Module 5. Build review, correction, and handoff</a:t>
            </a:r>
            <a:endParaRPr lang="en-US" sz="2900" dirty="0"/>
          </a:p>
        </p:txBody>
      </p:sp>
      <p:sp>
        <p:nvSpPr>
          <p:cNvPr id="7" name="Text 4"/>
          <p:cNvSpPr/>
          <p:nvPr/>
        </p:nvSpPr>
        <p:spPr>
          <a:xfrm>
            <a:off x="749808" y="1783080"/>
            <a:ext cx="10378440" cy="4416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 the review path before allowing extraction results to reach a business system.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Discuss: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Which cases require review: missing fields, low confidence, conflicting values, sensitive decisions, or policy exceptions.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 can approve, correct, reject, or escalate.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correction reason and evidence must be retained.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Which downstream system receives approved results.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Show the source evidence and flagged fields together in the review interface.</a:t>
            </a:r>
            <a:endParaRPr lang="en-US" sz="1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Users/marco/Desktop/repo/frontier-agentic-cobuild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Content Understanding and Document Workflow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 / 24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Review and handoff choices and trade-offs</a:t>
            </a:r>
            <a:endParaRPr lang="en-US" sz="2900" dirty="0"/>
          </a:p>
        </p:txBody>
      </p:sp>
      <p:sp>
        <p:nvSpPr>
          <p:cNvPr id="7" name="Text 4"/>
          <p:cNvSpPr/>
          <p:nvPr/>
        </p:nvSpPr>
        <p:spPr>
          <a:xfrm>
            <a:off x="749808" y="1783080"/>
            <a:ext cx="10378440" cy="4416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Key decisions: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Reviewer queue vs. embedded workflow: Queues centralize review; embedded workflows meet users where they already work.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Correction model: Corrections should update the case record and feed evaluation. Do not silently overwrite history.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Approval boundary: Decide which results can flow automatically and which require a named approver.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Handoff contract: Use a governed downstream contract. Do not write directly from unreviewed extraction.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Keep correction history when simplifying review.</a:t>
            </a:r>
            <a:endParaRPr lang="en-US" sz="1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Users/marco/Desktop/repo/frontier-agentic-cobuild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Content Understanding and Document Workflow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 / 24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Review evidence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749808" y="1783080"/>
            <a:ext cx="10378440" cy="4416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handoff is trusted, confirm: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Review rules are explicit and testable.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reviewer can correct, approve, reject, and explain the decision.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Corrections retain the document, evidence, reviewer, timestamp, and contract version.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Approved results are handed off through a controlled interface.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Exceptions have an owner and a resolution path.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Decision question: Can the customer prove who approved a result, what changed, and why it was sent downstream?</a:t>
            </a:r>
            <a:endParaRPr lang="en-US" sz="17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Users/marco/Desktop/repo/frontier-agentic-cobuild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Content Understanding and Document Workflow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 / 24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Module 6. Evaluate and trace the workflow</a:t>
            </a:r>
            <a:endParaRPr lang="en-US" sz="2900" dirty="0"/>
          </a:p>
        </p:txBody>
      </p:sp>
      <p:sp>
        <p:nvSpPr>
          <p:cNvPr id="7" name="Text 4"/>
          <p:cNvSpPr/>
          <p:nvPr/>
        </p:nvSpPr>
        <p:spPr>
          <a:xfrm>
            <a:off x="749808" y="1783080"/>
            <a:ext cx="10378440" cy="4416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Measure the workflow on representative cases and confirm operators can diagnose failures.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Discuss: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Which quality measures matter: field accuracy, routing accuracy, false approvals, review rate, latency, and cost.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Which adversarial or messy cases should be tested.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traces must show across intake, extraction, review, and handoff.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corrections become future evaluation evidence.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Evaluate review routing and downstream approval alongside model output quality.</a:t>
            </a:r>
            <a:endParaRPr lang="en-US" sz="17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Users/marco/Desktop/repo/frontier-agentic-cobuild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Content Understanding and Document Workflow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 / 24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Evaluation and tracing choices and trade-offs</a:t>
            </a:r>
            <a:endParaRPr lang="en-US" sz="2900" dirty="0"/>
          </a:p>
        </p:txBody>
      </p:sp>
      <p:sp>
        <p:nvSpPr>
          <p:cNvPr id="7" name="Text 4"/>
          <p:cNvSpPr/>
          <p:nvPr/>
        </p:nvSpPr>
        <p:spPr>
          <a:xfrm>
            <a:off x="749808" y="1783080"/>
            <a:ext cx="10378440" cy="4416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Key decisions: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Holdout data: Keep evaluation examples separate from tuning examples.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Quality gates: Define thresholds for automation, review, and rejection.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Trace detail: Capture enough context to debug without exposing unnecessary sensitive content.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Regression testing: Re-run important cases when schemas, analyzers, prompts, or review rules change.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Check each change against the agreed quality gates before expanding automation.</a:t>
            </a:r>
            <a:endParaRPr lang="en-US" sz="17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Users/marco/Desktop/repo/frontier-agentic-cobuild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Content Understanding and Document Workflow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 / 24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Evaluation evidence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749808" y="1783080"/>
            <a:ext cx="10378440" cy="4416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promotion, confirm: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Representative test cases cover normal, edge, and failure segments.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Field accuracy, review volume, false approval risk, and latency are measured.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Traces connect document intake, extraction, policy, review, correction, and handoff.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Failures have named causes and owners.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release decision covers rollback and monitoring.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Decision question: Can the team defend the workflow with evidence rather than a successful demo?</a:t>
            </a:r>
            <a:endParaRPr lang="en-US" sz="17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Users/marco/Desktop/repo/frontier-agentic-cobuild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Content Understanding and Document Workflow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 / 24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Module 7. Deploy the reviewable workflow</a:t>
            </a:r>
            <a:endParaRPr lang="en-US" sz="2900" dirty="0"/>
          </a:p>
        </p:txBody>
      </p:sp>
      <p:sp>
        <p:nvSpPr>
          <p:cNvPr id="7" name="Text 4"/>
          <p:cNvSpPr/>
          <p:nvPr/>
        </p:nvSpPr>
        <p:spPr>
          <a:xfrm>
            <a:off x="749808" y="1783080"/>
            <a:ext cx="10378440" cy="4416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Assign the deployed workflow's access, support, and rollback owners.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Discuss: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 can invoke the workflow and under what identity.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Which environment receives the pilot and what production controls are required.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analyzer or schema versions are promoted.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monitoring, support, rollback, and change management work.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Limit pilot access, check traces, and rehearse rollback.</a:t>
            </a:r>
            <a:endParaRPr lang="en-US" sz="1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Users/marco/Desktop/repo/frontier-agentic-cobuild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Content Understanding and Document Workflow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 / 24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Deployment choices and trade-offs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749808" y="1783080"/>
            <a:ext cx="10378440" cy="4416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Key decisions: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Pilot scope: Start with a bounded document set, user group, and decision path.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Endpoint and identity: Use authenticated access and managed identity where possible.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Versioning: Track analyzer, schema, policy, review rules, and downstream contract together.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Operations: Decide alert ownership, support process, rollback criteria, and release cadence.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Resolve support and rollback gaps before broad rollout.</a:t>
            </a:r>
            <a:endParaRPr lang="en-US" sz="17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Users/marco/Desktop/repo/frontier-agentic-cobuild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Content Understanding and Document Workflow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 / 24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Deployment evidence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749808" y="1783080"/>
            <a:ext cx="10378440" cy="4416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controlled rollout, confirm: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workflow runs behind approved access controls.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Monitoring and tracing are enabled for the end-to-end path.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Version and rollback information is documented.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Review and correction data stay available after deployment.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pilot owner can decide whether to expand, pause, or revise the workflow.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Decision question: Is the workflow ready to serve a bounded real use case with accountable controls?</a:t>
            </a:r>
            <a:endParaRPr lang="en-US" sz="17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322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arco/Desktop/repo/frontier-agentic-cobuild-rvas/docs/assets/img/logo-mark-white-slide.png">    </p:cNvPr>
          <p:cNvPicPr>
            <a:picLocks noChangeAspect="1"/>
          </p:cNvPicPr>
          <p:nvPr/>
        </p:nvPicPr>
        <p:blipFill>
          <a:blip r:embed="rId1">
            <a:alphaModFix amt="95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C8DDF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Content Understanding and Document Workflow</a:t>
            </a:r>
            <a:endParaRPr lang="en-US" sz="850" dirty="0"/>
          </a:p>
        </p:txBody>
      </p:sp>
      <p:sp>
        <p:nvSpPr>
          <p:cNvPr id="4" name="Text 1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C8DDF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 / 24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Close the discussion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749808" y="1783080"/>
            <a:ext cx="10378440" cy="4416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the next working session, record: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first high-value document decision and its business owner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approved source and 15–30 safe, representative samples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expected fields, unacceptable errors, and review rules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SME, engineering, security, and workflow handoff owners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current constraints for identity, retention, monitoring, and deployment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owner and due date for every unresolved decision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Agree on the first pilot scope and the evidence needed before expansion.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Outfi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Microsoft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Content Understanding and Document Workflow</dc:title>
  <dc:subject>Customer decision discussion deck</dc:subject>
  <dc:creator>Real Value Acceleration Program</dc:creator>
  <cp:lastModifiedBy>Real Value Acceleration Program</cp:lastModifiedBy>
  <cp:revision>1</cp:revision>
  <dcterms:created xsi:type="dcterms:W3CDTF">1980-01-01T00:00:00.000Z</dcterms:created>
  <dcterms:modified xsi:type="dcterms:W3CDTF">1980-01-01T00:00:00.000Z</dcterms:modified>
</cp:coreProperties>
</file>