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arco/fy27-hackathons/frontier-ai-starter-kit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Operational Agents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out bounded work with approved tools and evidence of the result.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customer's task. This playbook supplies reusable execution controls.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arco/fy27-hackathons/frontier-ai-starter-kit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to use this conversation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module moves through the same three steps: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choice, owner, open question, and evidence gate as you go. Keep runtime detail in the scenario modules.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question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Discuss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can the agent do, and when must it stop?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Decide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should policy, state, approval, and recovery live?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Which observable result shows the boundary held?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Define the work before adding an agent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useful explanation does not prove that an operation completed.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task boundary and the conditions that require a stop.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how much to delegate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448056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Read-only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agent can inspect approved state.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 mutation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person must approve the exact proposed effect.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Fixed workflow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when the next step needs no model judgment.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Prove the boundary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an allowed read and an out-of-scope request.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the destination. A denied request must produce no effect.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Connect the customer's execution environment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application runtime and its approved model and tool endpoints. Prove the runtime identity can reach them. Local checks inspect the reference engine; they do not connect the customer's operation.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the environment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customer's approved environment first. Add only missing resources through its normal deployment process. Keep the synthetic reference backend separate from the tenant integration.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Prove runtime access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the selected model and perform an authorized read of the approved test record. Test a denied identity too. A synthetic backend response is not tenant acceptance.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schema is only the first boundary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validates arguments.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destination service must also enforce access and decide whether the requested update is still valid.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a narrow operation set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reads from proposed writes.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an expected record version and an operation ID for updates. Avoid arbitrary commands and unrestricted update objects.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Prove destination guarantees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 unexpected arguments.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 the same operation ID and confirm one effect. Reuse that ID with different arguments; the destination must reject it.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Conversation history is not approval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process must know what is pending without asking the model to remember.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 progress outside the conversation.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Put information where it belongs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448056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Information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Policy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 knowledge source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Current facts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system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work and budget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Application task store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Optional durable preferences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Explicit memory design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Restart before approving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task from a fresh process.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proposal digest and prior evidence must match. The destination must still be unchanged.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Resume must preserve limits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interrupted caller must not grant another unrestricted budget.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work across the task's lifetime.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stop and retry rules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 model turns and tool attempts.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Retry only suitable reads. A write timeout requires reconciliation because the operation may already have committed.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Exhaust the budget deliberately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task stops and retains prior results.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Exhausted does not mean rolled back. Inspect effects before starting replacement work.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Approval belongs to one proposal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exact tool and arguments to the reviewer.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changed proposal or record version needs a new decision.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the approval boundary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local CLI demonstrates the contract using a trusted operator.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customer pilot needs authenticated approvers and policy rules outside the model.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Test approval failure paths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Deny a proposal and inspect the unchanged record.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change an approved proposal's arguments or expected version. The old decision must no longer authorize execution.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lost reply is an unknown result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destination can commit before the caller records success.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equate interruption with failure.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Reconcile before deciding</a:t>
            </a:r>
            <a:endParaRPr lang="en-US" sz="3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448056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Destination evidence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Response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Matching receipt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Record the result and continue.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Contradictory receipt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Stop and investigate.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authoritative result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Keep the task unresolved.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Interrupt after commit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Restart the process and read the operation ledger.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 one receipt with one effect. A second write would fail this check.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Execution correctness and model quality differ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can enforce approval while the model chooses a poor next step.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both against the customer's task.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the pilot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local failure cases for runtime behavior.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live synthetic prompts, then approved customer integration checks. Assign owners to work the kit does not implement.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 the actual outcome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operation receipts and the destination state.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gaps in authenticated approval, shared storage, or telemetry. Module completion alone does not establish production readiness.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arco/fy27-hackathons/frontier-ai-starter-kit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Close the discussion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next working session, record: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bounded task and explicit refusal conditions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reads, proposed writes, and destination-side controls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task state, budgets, and operation receipts will live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approve an exact proposal and how stale approval is rejected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operators reconcile an interrupted write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customer-channel evidence required before release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owner and due date for every unresolved decision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session should start from these decisions, not reopen them from memory.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Agents</dc:title>
  <dc:subject>Customer decision discussion deck</dc:subject>
  <dc:creator>Real Value Acceleration Program</dc:creator>
  <cp:lastModifiedBy>Real Value Acceleration Program</cp:lastModifiedBy>
  <cp:revision>1</cp:revision>
  <dcterms:created xsi:type="dcterms:W3CDTF">2026-09-29T08:13:42Z</dcterms:created>
  <dcterms:modified xsi:type="dcterms:W3CDTF">2026-09-29T08:13:42Z</dcterms:modified>
</cp:coreProperties>
</file>